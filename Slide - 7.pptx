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48235"/>
                </a:solidFill>
              </a:defRPr>
            </a:pPr>
            <a:r>
              <a:t>Development of the Stage Plan – P1 Process Optimization Program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640080"/>
          <a:ext cx="8321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54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End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Costs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Responsible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Kritisko biznesa procesu saraksts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Lomu un atbildību matrica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As-Is procesu diagrammas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08.06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Sistēmu inventarizācija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KPI analīzes atskaite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Procesu laiku analīze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Manuālo darbību pārskats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Dublēšanās matrica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Bottleneck ziņojums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Automatizējamo procesu saraksts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05.07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Automatizācijas prioritātes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Tehnoloģiju izvērtējums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Ieviešanas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To-Be procesu modeļi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RACI matrica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Kontroles punktu katalogs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Instrukciju pakotne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Produktivitātes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Kvalitātes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25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Dashboard prototips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-88981" y="5991286"/>
            <a:ext cx="1188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Product decoding: P1_1 – Esošo procesu kartēšana | P1_2 – Neefektīvo procesu identificēšana | P1_3 – Manuālo darbību samazināšanas plāns | P1_4 – Standartizētu procesu izstrāde | P1_5 – KPI un procesu efektivitātes metriku definēšana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5c27c86-9d5c-4fed-9a02-9b295516ad49}" enabled="1" method="Standard" siteId="{fde081bd-c1b5-4990-b2c8-58486fc2d8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Slaidrāde ekrānā (4:3)</PresentationFormat>
  <Paragraphs>149</Paragraphs>
  <Slides>1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2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prezentācija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Evija Stūrmane</cp:lastModifiedBy>
  <cp:revision>2</cp:revision>
  <dcterms:created xsi:type="dcterms:W3CDTF">2013-01-27T09:14:16Z</dcterms:created>
  <dcterms:modified xsi:type="dcterms:W3CDTF">2026-05-16T07:25:22Z</dcterms:modified>
  <cp:category/>
</cp:coreProperties>
</file>